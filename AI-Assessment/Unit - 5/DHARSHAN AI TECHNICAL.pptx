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D896-9FD5-8218-29FB-C99671AE2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427B0-F242-A071-5B9D-118D2CC63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FF0EC-0BC7-4D39-F141-9794A3EC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514FC-375C-9347-8F0D-C4B13125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4632D-BE38-190F-4679-8B897FD9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40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75FE-355B-CF22-DBAE-C04EBDC4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E95C-41F8-335A-E9E0-4C2842A9B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C4FE9-09D8-33D1-9BFE-588B8280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6B103-8B9A-3489-8580-8405A79B0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42A07-ED6A-84EF-166E-B53ECBE8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6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87A3-5415-D031-2F00-33E51366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DFE0C-5803-8FDA-1F32-49767B20C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39653-5D1D-2DF0-741B-7601F48A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A43C1-21BD-AF6C-4236-FC849B55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DD978-4EE8-E721-FAC8-810F45F6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88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64EC-4599-374B-142C-49B78E68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E153-9CA9-DCB8-D6E3-402E83611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4039E-4792-E4DB-AB6D-1C7A239E8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36108-E371-F06A-EA5A-EFBEE32F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EE59F-9F36-3171-CF0A-FB59A2E0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A1BEB-4AE0-42F3-986E-B67EFF53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3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52E4-2D66-5B87-4EBE-2EAF0461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AAD31-DEAC-CD32-2FDB-0691670DC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8155A-8C47-EEA6-EB32-B311D2BA9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6FB46-0138-2ED7-CF58-2E188E1DA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C2765-A4FB-AE63-3429-EEDD3A5C6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D6875-7044-F0C2-32A8-43CB0F6A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2034FE-E889-0238-67F7-9CB37280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C5D44-D22D-1A0B-964A-5A7E4AF5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83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EF2AC-F8C4-1EA8-328F-384397A8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13F58B-3C0D-BD52-2BB9-08FBD448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0619C-E949-421F-C915-50E7EF0D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8F61C-4823-818D-7EC8-73802A48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49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40EEC-7012-C356-4218-79F2BDE7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0EC70-EDBF-3DEB-0C2F-5B95BDA4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27201-77C3-EA58-8343-0839ACD7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3FDB-2700-5576-ADC4-8B26EACB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43D36-BBE9-3E53-E344-04D3CFBCC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190E1-5F5B-6692-87BE-1DFCB9B68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163CB-3FF7-1CF8-4CAF-A7CD2D031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3B9DE-DEFB-CEAA-B992-D68671AC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491C3-C9F9-FD2D-1972-27B4F6B3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042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566C-B3C3-6CAD-E967-5F27637A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5FB24F-A19C-3608-CE2E-28DEFC092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AB6F0-4A4B-7E94-E8DC-8F8E5D65F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3E243-3F5C-DF9A-95A8-1A17ACA6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1F48-CCEB-EC7D-8059-D1E9EEBC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60998-5192-3279-9645-CF0B4137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1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021A-A7A6-6A78-D8FD-31668E90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43CA0-B9CE-F326-65E7-2B7F513FA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71BB9-C7AA-D5B2-75F0-B3B901BB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C1D4A-6563-74F9-F1C0-A1C6D40C0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51207-1F56-FC7D-2210-160C3E92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38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9AEDAB-C0FD-EB89-37C4-13812CA66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5DDF5-BCEA-9184-1790-776F3F27E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1B7D0-CABD-89DC-F1B8-2400FB8C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8754A-85EA-7B5E-B1E0-BCA5DE2E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E2B32-0F6B-44BD-73E6-BA432D0C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294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F85B0-CEB2-C389-3D43-D98DFD8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44A4B-A510-9DC6-C795-B5714C437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64B0B-A57D-4518-4711-30350ED22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2AE23-B2DF-4256-AD89-D45624CE4133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E6CDC-7911-5A94-0FFA-7E34BEC8A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AC40D-4DED-85C6-CFB9-0E169B608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B9EAA-BA8A-46F6-A80C-ACCAB9335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7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D7224569-1ECB-7ABE-B378-66E6EA0F0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13" y="216291"/>
            <a:ext cx="1449161" cy="1517196"/>
          </a:xfrm>
          <a:prstGeom prst="rect">
            <a:avLst/>
          </a:prstGeom>
        </p:spPr>
      </p:pic>
      <p:sp>
        <p:nvSpPr>
          <p:cNvPr id="7" name="Text Box 10">
            <a:extLst>
              <a:ext uri="{FF2B5EF4-FFF2-40B4-BE49-F238E27FC236}">
                <a16:creationId xmlns:a16="http://schemas.microsoft.com/office/drawing/2014/main" id="{B0573DD9-A14A-87CC-2FCC-F76CFA72F9E3}"/>
              </a:ext>
            </a:extLst>
          </p:cNvPr>
          <p:cNvSpPr txBox="1"/>
          <p:nvPr/>
        </p:nvSpPr>
        <p:spPr>
          <a:xfrm>
            <a:off x="2042538" y="490836"/>
            <a:ext cx="836549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Times New Roman" panose="02020603050405020304"/>
                <a:cs typeface="Times New Roman" panose="02020603050405020304"/>
                <a:sym typeface="+mn-ea"/>
              </a:rPr>
              <a:t>SAVEETHA SCHOOL OF ENGINEERING</a:t>
            </a:r>
            <a:br>
              <a:rPr lang="en-US" sz="2000" b="1" dirty="0">
                <a:latin typeface="Times New Roman" panose="02020603050405020304"/>
                <a:sym typeface="+mn-ea"/>
              </a:rPr>
            </a:br>
            <a:r>
              <a:rPr lang="en-US" sz="2000" b="1" dirty="0">
                <a:latin typeface="Times New Roman" panose="02020603050405020304"/>
                <a:cs typeface="Times New Roman" panose="02020603050405020304"/>
                <a:sym typeface="+mn-ea"/>
              </a:rPr>
              <a:t>SAVEETHA INSTITUTE OF MEDICAL AND TECHNICAL SCIENCES</a:t>
            </a:r>
            <a:br>
              <a:rPr lang="en-US" sz="2000" b="1" dirty="0">
                <a:latin typeface="Times New Roman" panose="02020603050405020304"/>
                <a:sym typeface="+mn-ea"/>
              </a:rPr>
            </a:br>
            <a:r>
              <a:rPr lang="en-US" sz="2000" b="1" dirty="0">
                <a:latin typeface="Times New Roman" panose="02020603050405020304"/>
                <a:cs typeface="Times New Roman" panose="02020603050405020304"/>
                <a:sym typeface="+mn-ea"/>
              </a:rPr>
              <a:t>CHENNAI-602105</a:t>
            </a:r>
          </a:p>
        </p:txBody>
      </p:sp>
      <p:pic>
        <p:nvPicPr>
          <p:cNvPr id="9" name="Picture 8" descr="logo">
            <a:extLst>
              <a:ext uri="{FF2B5EF4-FFF2-40B4-BE49-F238E27FC236}">
                <a16:creationId xmlns:a16="http://schemas.microsoft.com/office/drawing/2014/main" id="{C01FA4A9-D22C-3C30-43CE-B494BD099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6181"/>
          <a:stretch>
            <a:fillRect/>
          </a:stretch>
        </p:blipFill>
        <p:spPr>
          <a:xfrm>
            <a:off x="10547562" y="187262"/>
            <a:ext cx="1368425" cy="15462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216084E-62C5-C953-44AE-646A7887E184}"/>
              </a:ext>
            </a:extLst>
          </p:cNvPr>
          <p:cNvSpPr txBox="1">
            <a:spLocks/>
          </p:cNvSpPr>
          <p:nvPr/>
        </p:nvSpPr>
        <p:spPr>
          <a:xfrm>
            <a:off x="0" y="2573760"/>
            <a:ext cx="12192000" cy="64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AGENT SYSTEMS AND THEIR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5C9F4-3864-FBA4-7D54-5F2FB28C3C54}"/>
              </a:ext>
            </a:extLst>
          </p:cNvPr>
          <p:cNvSpPr txBox="1"/>
          <p:nvPr/>
        </p:nvSpPr>
        <p:spPr>
          <a:xfrm>
            <a:off x="8036560" y="4476433"/>
            <a:ext cx="3317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DHARSHAN B (192312150)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7F91C7-6BEF-380A-2ADE-27A520BFE21D}"/>
              </a:ext>
            </a:extLst>
          </p:cNvPr>
          <p:cNvSpPr txBox="1"/>
          <p:nvPr/>
        </p:nvSpPr>
        <p:spPr>
          <a:xfrm>
            <a:off x="2250440" y="3378790"/>
            <a:ext cx="7680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CSA1714 – ARTIFICIAL INTELLIGENCE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C5A772-116B-1536-2E33-8CC6659C03E2}"/>
              </a:ext>
            </a:extLst>
          </p:cNvPr>
          <p:cNvSpPr txBox="1"/>
          <p:nvPr/>
        </p:nvSpPr>
        <p:spPr>
          <a:xfrm>
            <a:off x="838200" y="4476433"/>
            <a:ext cx="2824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NAGARAJAN B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CD997A-9392-247B-A60D-14D04F434C06}"/>
              </a:ext>
            </a:extLst>
          </p:cNvPr>
          <p:cNvSpPr txBox="1"/>
          <p:nvPr/>
        </p:nvSpPr>
        <p:spPr>
          <a:xfrm>
            <a:off x="2643068" y="1970605"/>
            <a:ext cx="7288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C05 AT2 - TECHNICAL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2287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BB0F8D-295D-1A9E-44FD-29BCE0A0A8B5}"/>
              </a:ext>
            </a:extLst>
          </p:cNvPr>
          <p:cNvSpPr txBox="1"/>
          <p:nvPr/>
        </p:nvSpPr>
        <p:spPr>
          <a:xfrm>
            <a:off x="383458" y="483927"/>
            <a:ext cx="8072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AB31E-11D8-2183-9310-173F79A276AF}"/>
              </a:ext>
            </a:extLst>
          </p:cNvPr>
          <p:cNvSpPr txBox="1"/>
          <p:nvPr/>
        </p:nvSpPr>
        <p:spPr>
          <a:xfrm>
            <a:off x="471948" y="1312039"/>
            <a:ext cx="1010756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Multi-Agent System (MAS) consists of multiple intelligent and autonomous agents working in a shared environment.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can sense, process information, make decisions, and perform actions independently.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communicate with one another to exchange information and coordinate activities.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agents may cooperate, negotiate, or compete depending on the application.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is mainly used to solve complex, distributed, and large-scale problems.</a:t>
            </a:r>
          </a:p>
        </p:txBody>
      </p:sp>
    </p:spTree>
    <p:extLst>
      <p:ext uri="{BB962C8B-B14F-4D97-AF65-F5344CB8AC3E}">
        <p14:creationId xmlns:p14="http://schemas.microsoft.com/office/powerpoint/2010/main" val="419933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1B66A4-49D2-F4B0-F0B4-E75FFD1A924F}"/>
              </a:ext>
            </a:extLst>
          </p:cNvPr>
          <p:cNvSpPr txBox="1"/>
          <p:nvPr/>
        </p:nvSpPr>
        <p:spPr>
          <a:xfrm>
            <a:off x="796413" y="1179919"/>
            <a:ext cx="1049101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agent is a software or hardware entity capable of autonomous decision-making.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collects information from the environment using sensors, data sources, or communication networks.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processes the information using rules, algorithms, AI, or machine 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selects the most suitable action based on its goals, knowledge, and current situation.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robots, virtual assistants, autonomous vehicles, and monitoring systems.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7D958B-349D-B1F9-1652-9AD040BF7195}"/>
              </a:ext>
            </a:extLst>
          </p:cNvPr>
          <p:cNvSpPr txBox="1"/>
          <p:nvPr/>
        </p:nvSpPr>
        <p:spPr>
          <a:xfrm>
            <a:off x="432619" y="41510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INTELLIGENT AGENT?</a:t>
            </a:r>
          </a:p>
        </p:txBody>
      </p:sp>
    </p:spTree>
    <p:extLst>
      <p:ext uri="{BB962C8B-B14F-4D97-AF65-F5344CB8AC3E}">
        <p14:creationId xmlns:p14="http://schemas.microsoft.com/office/powerpoint/2010/main" val="211711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70FE9D-A546-0D7C-7F66-B36B7BA5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954"/>
          <a:stretch>
            <a:fillRect/>
          </a:stretch>
        </p:blipFill>
        <p:spPr>
          <a:xfrm>
            <a:off x="5702710" y="1736016"/>
            <a:ext cx="5894678" cy="36883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674AFA-F734-B7F7-C0F5-31B966D918C5}"/>
              </a:ext>
            </a:extLst>
          </p:cNvPr>
          <p:cNvSpPr txBox="1"/>
          <p:nvPr/>
        </p:nvSpPr>
        <p:spPr>
          <a:xfrm>
            <a:off x="216311" y="1225689"/>
            <a:ext cx="48866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information and conditions for agents.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sensing, processing, decision-making, and actions.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information and data exchange between agents.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Allocates tasks and manages interactions.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work toward common or individual goals.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6422C-3285-F2AD-74D3-0F1DE35A660C}"/>
              </a:ext>
            </a:extLst>
          </p:cNvPr>
          <p:cNvSpPr txBox="1"/>
          <p:nvPr/>
        </p:nvSpPr>
        <p:spPr>
          <a:xfrm>
            <a:off x="403123" y="334296"/>
            <a:ext cx="4886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358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BA990C-5F18-82C0-48C8-1419509C8F55}"/>
              </a:ext>
            </a:extLst>
          </p:cNvPr>
          <p:cNvSpPr txBox="1"/>
          <p:nvPr/>
        </p:nvSpPr>
        <p:spPr>
          <a:xfrm>
            <a:off x="796412" y="1268471"/>
            <a:ext cx="1027470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Agents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Agent: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Responds directly to environmental changes.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Deliberative Agent: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reasoning and planning before acting.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Agent: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its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experience and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Goal-Based Agent: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actions to achieve predefined objectives.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Agent: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reactive, planning, and learning capabilities.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Autonomy • Communication • Cooperation • Adaptability • Decision-Making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EF08BA-1AFC-32A0-49BB-AE16D59900E6}"/>
              </a:ext>
            </a:extLst>
          </p:cNvPr>
          <p:cNvSpPr txBox="1"/>
          <p:nvPr/>
        </p:nvSpPr>
        <p:spPr>
          <a:xfrm>
            <a:off x="462116" y="262061"/>
            <a:ext cx="792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AND CHARACTERISTICS OF AGENTS</a:t>
            </a:r>
          </a:p>
        </p:txBody>
      </p:sp>
    </p:spTree>
    <p:extLst>
      <p:ext uri="{BB962C8B-B14F-4D97-AF65-F5344CB8AC3E}">
        <p14:creationId xmlns:p14="http://schemas.microsoft.com/office/powerpoint/2010/main" val="323740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85999F-511B-4C92-DE4F-FC5846315B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6" t="53047" r="16894"/>
          <a:stretch>
            <a:fillRect/>
          </a:stretch>
        </p:blipFill>
        <p:spPr>
          <a:xfrm>
            <a:off x="4945625" y="1514166"/>
            <a:ext cx="6994861" cy="36674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135F53-6298-DEFB-9BD0-EEEC655625B3}"/>
              </a:ext>
            </a:extLst>
          </p:cNvPr>
          <p:cNvSpPr txBox="1"/>
          <p:nvPr/>
        </p:nvSpPr>
        <p:spPr>
          <a:xfrm>
            <a:off x="216310" y="188959"/>
            <a:ext cx="7639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COORDINATION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84112-70B0-773E-8F31-D412A5E8D361}"/>
              </a:ext>
            </a:extLst>
          </p:cNvPr>
          <p:cNvSpPr txBox="1"/>
          <p:nvPr/>
        </p:nvSpPr>
        <p:spPr>
          <a:xfrm>
            <a:off x="0" y="1391547"/>
            <a:ext cx="481780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Passing: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exchange information directly.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Allocation: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 are distributed according to agent capabilities.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combine their resources and knowledge.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Negotiation: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resolve conflicts and reach agreements.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Planning: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create coordinated plans to achieve objectives.</a:t>
            </a:r>
          </a:p>
        </p:txBody>
      </p:sp>
    </p:spTree>
    <p:extLst>
      <p:ext uri="{BB962C8B-B14F-4D97-AF65-F5344CB8AC3E}">
        <p14:creationId xmlns:p14="http://schemas.microsoft.com/office/powerpoint/2010/main" val="1139072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45B910-0A31-5711-46DA-9CA597890D52}"/>
              </a:ext>
            </a:extLst>
          </p:cNvPr>
          <p:cNvSpPr txBox="1"/>
          <p:nvPr/>
        </p:nvSpPr>
        <p:spPr>
          <a:xfrm>
            <a:off x="776747" y="879413"/>
            <a:ext cx="100682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swarm robots, warehouse automation, exploration, and collaborative robots. 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traffic management, autonomous vehicles, route optimization, and fleet coordination. 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coordinate machines, production schedules, inventory, and quality monitoring. 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patient monitoring, medical decision support, and hospital resource management. </a:t>
            </a:r>
          </a:p>
          <a:p>
            <a:pPr marL="342900" lvl="0" indent="-3429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Grid: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manage distributed energy sources, power demand, storage, and energy distribution.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8D029-B7B5-A8D5-08B5-D7DBB6120700}"/>
              </a:ext>
            </a:extLst>
          </p:cNvPr>
          <p:cNvSpPr txBox="1"/>
          <p:nvPr/>
        </p:nvSpPr>
        <p:spPr>
          <a:xfrm>
            <a:off x="275303" y="34627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</p:txBody>
      </p:sp>
    </p:spTree>
    <p:extLst>
      <p:ext uri="{BB962C8B-B14F-4D97-AF65-F5344CB8AC3E}">
        <p14:creationId xmlns:p14="http://schemas.microsoft.com/office/powerpoint/2010/main" val="154016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0AC91-F5B4-7F7E-9F1D-24533569DB98}"/>
              </a:ext>
            </a:extLst>
          </p:cNvPr>
          <p:cNvSpPr txBox="1"/>
          <p:nvPr/>
        </p:nvSpPr>
        <p:spPr>
          <a:xfrm>
            <a:off x="540774" y="917912"/>
            <a:ext cx="965527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agents can perform tasks simultaneously.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 agents can be introduced when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 of one agent may not stop the complete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can adapt to changing environments.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Agents can share information and computational resources.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overhead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complexity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Conflicting objectives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reliability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28DEF-FDCE-23C0-89AB-5A73AEFAC688}"/>
              </a:ext>
            </a:extLst>
          </p:cNvPr>
          <p:cNvSpPr txBox="1"/>
          <p:nvPr/>
        </p:nvSpPr>
        <p:spPr>
          <a:xfrm>
            <a:off x="255640" y="13765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51845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F5B32-D60F-8D1B-FD75-C5E06AF6B61A}"/>
              </a:ext>
            </a:extLst>
          </p:cNvPr>
          <p:cNvSpPr txBox="1"/>
          <p:nvPr/>
        </p:nvSpPr>
        <p:spPr>
          <a:xfrm>
            <a:off x="757084" y="1252197"/>
            <a:ext cx="102943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enables multiple intelligent agents to work autonomously and collaboratively.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coordination are essential for effective agent interaction.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provides distributed decision-making and parallel task execution.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applicable in robotics, transportation, manufacturing, healthcare, and energy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AI, Machine Learning, IoT, and autonomous systems will expand its future applications.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A7504-EE9A-6394-5CBB-A620A3A218F4}"/>
              </a:ext>
            </a:extLst>
          </p:cNvPr>
          <p:cNvSpPr txBox="1"/>
          <p:nvPr/>
        </p:nvSpPr>
        <p:spPr>
          <a:xfrm>
            <a:off x="255639" y="1889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93569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 you Images - Free Download on Magnific (formerly Freepik)">
            <a:extLst>
              <a:ext uri="{FF2B5EF4-FFF2-40B4-BE49-F238E27FC236}">
                <a16:creationId xmlns:a16="http://schemas.microsoft.com/office/drawing/2014/main" id="{6E6B7BB5-E4CE-84B0-FCB8-B2D49C4E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377" y="849723"/>
            <a:ext cx="6786409" cy="48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29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598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KUMAR</dc:creator>
  <cp:lastModifiedBy>gowtham</cp:lastModifiedBy>
  <cp:revision>3</cp:revision>
  <dcterms:created xsi:type="dcterms:W3CDTF">2026-08-28T14:00:30Z</dcterms:created>
  <dcterms:modified xsi:type="dcterms:W3CDTF">2026-08-29T03:49:16Z</dcterms:modified>
</cp:coreProperties>
</file>